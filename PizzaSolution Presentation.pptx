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872" autoAdjust="0"/>
  </p:normalViewPr>
  <p:slideViewPr>
    <p:cSldViewPr snapToGrid="0">
      <p:cViewPr varScale="1">
        <p:scale>
          <a:sx n="89" d="100"/>
          <a:sy n="89" d="100"/>
        </p:scale>
        <p:origin x="13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2786"/>
            <a:ext cx="10178322" cy="1492132"/>
          </a:xfrm>
        </p:spPr>
        <p:txBody>
          <a:bodyPr/>
          <a:lstStyle/>
          <a:p>
            <a:r>
              <a:rPr lang="da-DK" dirty="0" err="1"/>
              <a:t>HasInsufficientStock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7960B9B7-D567-F571-3BA5-13B710D0B6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68011" y="768852"/>
            <a:ext cx="6437254" cy="2150678"/>
          </a:xfrm>
          <a:prstGeom prst="rect">
            <a:avLst/>
          </a:prstGeom>
        </p:spPr>
      </p:pic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ABC519E2-208C-36C1-FDD3-1EFEFFB6A9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85497" y="825677"/>
            <a:ext cx="5432075" cy="2037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F5DBA51-BD90-BD5A-539D-E38EB69C3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223" y="3036489"/>
            <a:ext cx="7493553" cy="370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48C94CB-C527-4CFC-5747-C611C8274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39703"/>
            <a:ext cx="4800600" cy="4565798"/>
          </a:xfrm>
        </p:spPr>
        <p:txBody>
          <a:bodyPr>
            <a:normAutofit/>
          </a:bodyPr>
          <a:lstStyle/>
          <a:p>
            <a:r>
              <a:rPr lang="en-US" noProof="0" dirty="0"/>
              <a:t>Ideal code is written so that it doesn’t need comments (so try to write less of them)</a:t>
            </a:r>
          </a:p>
          <a:p>
            <a:r>
              <a:rPr lang="en-US" dirty="0"/>
              <a:t>Perhaps take the time to learn LINQ</a:t>
            </a:r>
          </a:p>
          <a:p>
            <a:r>
              <a:rPr lang="en-US" dirty="0"/>
              <a:t>The giant revolving pizza oven is terrible to implement, so can move on to other stuff if I want</a:t>
            </a:r>
          </a:p>
          <a:p>
            <a:r>
              <a:rPr lang="en-US" noProof="0" dirty="0"/>
              <a:t>The code is meant to make you pull your hair out</a:t>
            </a:r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2689412"/>
            <a:ext cx="4800600" cy="39695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b="1" noProof="0" dirty="0"/>
              <a:t>What I decided after:</a:t>
            </a:r>
          </a:p>
          <a:p>
            <a:r>
              <a:rPr lang="en-US" dirty="0"/>
              <a:t>Making the giant revolving pizza oven pass the tests will take a long time, so would rather focus on other stuff</a:t>
            </a:r>
          </a:p>
          <a:p>
            <a:r>
              <a:rPr lang="en-US" dirty="0"/>
              <a:t>Want to implement the helper functions into my code</a:t>
            </a:r>
          </a:p>
          <a:p>
            <a:r>
              <a:rPr lang="en-US" noProof="0" dirty="0"/>
              <a:t>Want to learn LINQ and get rid of as many foreaches as possible</a:t>
            </a:r>
          </a:p>
          <a:p>
            <a:r>
              <a:rPr lang="en-US" noProof="0" dirty="0"/>
              <a:t>Maybe get back to the oven</a:t>
            </a:r>
          </a:p>
          <a:p>
            <a:r>
              <a:rPr lang="en-US" dirty="0"/>
              <a:t>If I have time, add database</a:t>
            </a:r>
            <a:endParaRPr lang="en-DK" noProof="0" dirty="0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Later problems/thoughts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C8E8B0-70D6-0E5E-F1F3-83A2F00EB8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More </a:t>
            </a:r>
            <a:r>
              <a:rPr lang="en-DK" noProof="0" dirty="0"/>
              <a:t>Interesting code bits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DK" noProof="0" dirty="0"/>
              <a:t>Think it’s been pretty good overall</a:t>
            </a:r>
          </a:p>
          <a:p>
            <a:r>
              <a:rPr lang="en-DK" noProof="0" dirty="0"/>
              <a:t>Wished I could go back and improve the bits I know aren’t ideal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118</TotalTime>
  <Words>318</Words>
  <Application>Microsoft Office PowerPoint</Application>
  <PresentationFormat>Widescreen</PresentationFormat>
  <Paragraphs>46</Paragraphs>
  <Slides>8</Slides>
  <Notes>4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8</vt:i4>
      </vt:variant>
    </vt:vector>
  </HeadingPairs>
  <TitlesOfParts>
    <vt:vector size="13" baseType="lpstr">
      <vt:lpstr>Arial</vt:lpstr>
      <vt:lpstr>Calibri</vt:lpstr>
      <vt:lpstr>Gill Sans MT</vt:lpstr>
      <vt:lpstr>Impact</vt:lpstr>
      <vt:lpstr>Badge</vt:lpstr>
      <vt:lpstr>PizzaSolution</vt:lpstr>
      <vt:lpstr>Early problems/thoughts</vt:lpstr>
      <vt:lpstr>HasInsufficientStock</vt:lpstr>
      <vt:lpstr>PowerPoint-præsentation</vt:lpstr>
      <vt:lpstr>Morten’s advice</vt:lpstr>
      <vt:lpstr>Later problems/thoughts</vt:lpstr>
      <vt:lpstr>More Interesting code bits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14</cp:revision>
  <dcterms:created xsi:type="dcterms:W3CDTF">2026-03-16T09:44:43Z</dcterms:created>
  <dcterms:modified xsi:type="dcterms:W3CDTF">2026-03-20T13:27:03Z</dcterms:modified>
</cp:coreProperties>
</file>