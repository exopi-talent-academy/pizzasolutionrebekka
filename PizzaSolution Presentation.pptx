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2" r:id="rId4"/>
    <p:sldId id="263" r:id="rId5"/>
    <p:sldId id="258" r:id="rId6"/>
    <p:sldId id="264" r:id="rId7"/>
    <p:sldId id="259" r:id="rId8"/>
    <p:sldId id="261" r:id="rId9"/>
    <p:sldId id="26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872" autoAdjust="0"/>
  </p:normalViewPr>
  <p:slideViewPr>
    <p:cSldViewPr snapToGrid="0">
      <p:cViewPr varScale="1">
        <p:scale>
          <a:sx n="89" d="100"/>
          <a:sy n="89" d="100"/>
        </p:scale>
        <p:origin x="13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Order and </a:t>
            </a:r>
            <a:r>
              <a:rPr lang="da-DK" dirty="0" err="1"/>
              <a:t>recipes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clearly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, </a:t>
            </a:r>
            <a:r>
              <a:rPr lang="da-DK" dirty="0" err="1"/>
              <a:t>yet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separated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1018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RIP </a:t>
            </a:r>
            <a:r>
              <a:rPr lang="da-DK" dirty="0" err="1"/>
              <a:t>me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Only</a:t>
            </a:r>
            <a:r>
              <a:rPr lang="da-DK" dirty="0"/>
              <a:t> </a:t>
            </a:r>
            <a:r>
              <a:rPr lang="da-DK" dirty="0" err="1"/>
              <a:t>stumbled</a:t>
            </a:r>
            <a:r>
              <a:rPr lang="da-DK" dirty="0"/>
              <a:t> upon </a:t>
            </a:r>
            <a:r>
              <a:rPr lang="da-DK" dirty="0" err="1"/>
              <a:t>HasEnough</a:t>
            </a:r>
            <a:r>
              <a:rPr lang="da-DK" dirty="0"/>
              <a:t> in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prewritten</a:t>
            </a:r>
            <a:r>
              <a:rPr lang="da-DK" dirty="0"/>
              <a:t> test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later</a:t>
            </a:r>
            <a:endParaRPr lang="da-DK" dirty="0"/>
          </a:p>
          <a:p>
            <a:endParaRPr lang="da-DK" dirty="0"/>
          </a:p>
          <a:p>
            <a:r>
              <a:rPr lang="da-DK" dirty="0"/>
              <a:t>Even had </a:t>
            </a:r>
            <a:r>
              <a:rPr lang="da-DK" dirty="0" err="1"/>
              <a:t>trouble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file for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powerpoint</a:t>
            </a:r>
            <a:endParaRPr lang="da-DK" dirty="0"/>
          </a:p>
          <a:p>
            <a:endParaRPr lang="da-DK" dirty="0"/>
          </a:p>
          <a:p>
            <a:r>
              <a:rPr lang="da-DK" dirty="0"/>
              <a:t>This is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documentation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handing</a:t>
            </a:r>
            <a:r>
              <a:rPr lang="da-DK" dirty="0"/>
              <a:t> over </a:t>
            </a:r>
            <a:r>
              <a:rPr lang="da-DK" dirty="0" err="1"/>
              <a:t>code</a:t>
            </a:r>
            <a:r>
              <a:rPr lang="da-DK" dirty="0"/>
              <a:t> is so </a:t>
            </a:r>
            <a:r>
              <a:rPr lang="da-DK" dirty="0" err="1"/>
              <a:t>important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91895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Using the helper functions was worse for </a:t>
            </a:r>
            <a:r>
              <a:rPr lang="en-US" dirty="0" err="1"/>
              <a:t>GetSufficientStock</a:t>
            </a:r>
            <a:r>
              <a:rPr lang="en-US" dirty="0"/>
              <a:t> and my helper function </a:t>
            </a:r>
            <a:r>
              <a:rPr lang="en-US" dirty="0" err="1"/>
              <a:t>GetRecipeTypeAmountsInOrder</a:t>
            </a:r>
            <a:r>
              <a:rPr lang="en-US" dirty="0"/>
              <a:t>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trying</a:t>
            </a:r>
            <a:r>
              <a:rPr lang="da-DK" dirty="0"/>
              <a:t> to give </a:t>
            </a:r>
            <a:r>
              <a:rPr lang="en-US" dirty="0" err="1"/>
              <a:t>GetRecipeTypeAmountsInOrder</a:t>
            </a:r>
            <a:r>
              <a:rPr lang="en-US" dirty="0"/>
              <a:t> the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GatherSameTypeOfStock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-method from </a:t>
            </a:r>
            <a:r>
              <a:rPr lang="da-DK" dirty="0" err="1"/>
              <a:t>PizzaHelperExtensions</a:t>
            </a:r>
            <a:r>
              <a:rPr lang="da-DK" dirty="0"/>
              <a:t>, I </a:t>
            </a:r>
            <a:r>
              <a:rPr lang="da-DK" dirty="0" err="1"/>
              <a:t>ended</a:t>
            </a:r>
            <a:r>
              <a:rPr lang="da-DK" dirty="0"/>
              <a:t> up with a </a:t>
            </a:r>
            <a:r>
              <a:rPr lang="da-DK" dirty="0" err="1"/>
              <a:t>triple-nested</a:t>
            </a:r>
            <a:r>
              <a:rPr lang="da-DK" dirty="0"/>
              <a:t> </a:t>
            </a:r>
            <a:r>
              <a:rPr lang="da-DK" dirty="0" err="1"/>
              <a:t>foreach</a:t>
            </a:r>
            <a:r>
              <a:rPr lang="da-DK" dirty="0"/>
              <a:t> loop </a:t>
            </a:r>
            <a:r>
              <a:rPr lang="da-DK" dirty="0" err="1"/>
              <a:t>that</a:t>
            </a:r>
            <a:r>
              <a:rPr lang="da-DK" dirty="0"/>
              <a:t> I had to </a:t>
            </a:r>
            <a:r>
              <a:rPr lang="da-DK" dirty="0" err="1"/>
              <a:t>turn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a LINQ.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way</a:t>
            </a:r>
            <a:r>
              <a:rPr lang="da-DK" dirty="0"/>
              <a:t>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effective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</a:t>
            </a:r>
            <a:r>
              <a:rPr lang="da-DK" dirty="0" err="1"/>
              <a:t>dictionary</a:t>
            </a:r>
            <a:r>
              <a:rPr lang="da-DK" dirty="0"/>
              <a:t> I had </a:t>
            </a:r>
            <a:r>
              <a:rPr lang="da-DK" dirty="0" err="1"/>
              <a:t>already</a:t>
            </a:r>
            <a:r>
              <a:rPr lang="da-DK" dirty="0"/>
              <a:t> made. And </a:t>
            </a:r>
            <a:r>
              <a:rPr lang="da-DK" dirty="0" err="1"/>
              <a:t>adding</a:t>
            </a:r>
            <a:r>
              <a:rPr lang="da-DK" dirty="0"/>
              <a:t> </a:t>
            </a:r>
            <a:r>
              <a:rPr lang="da-DK" dirty="0" err="1"/>
              <a:t>things</a:t>
            </a:r>
            <a:r>
              <a:rPr lang="da-DK" dirty="0"/>
              <a:t> to a </a:t>
            </a:r>
            <a:r>
              <a:rPr lang="da-DK" dirty="0" err="1"/>
              <a:t>dictionary</a:t>
            </a:r>
            <a:r>
              <a:rPr lang="da-DK" dirty="0"/>
              <a:t> with a LINQ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apparently</a:t>
            </a:r>
            <a:r>
              <a:rPr lang="da-DK" dirty="0"/>
              <a:t> </a:t>
            </a:r>
            <a:r>
              <a:rPr lang="da-DK" dirty="0" err="1"/>
              <a:t>slower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just </a:t>
            </a:r>
            <a:r>
              <a:rPr lang="da-DK" dirty="0" err="1"/>
              <a:t>doing</a:t>
            </a:r>
            <a:r>
              <a:rPr lang="da-DK" dirty="0"/>
              <a:t> it </a:t>
            </a:r>
            <a:r>
              <a:rPr lang="da-DK" dirty="0" err="1"/>
              <a:t>normally</a:t>
            </a:r>
            <a:r>
              <a:rPr lang="da-DK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a-DK" dirty="0"/>
              <a:t>My normal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better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the alternative </a:t>
            </a:r>
            <a:r>
              <a:rPr lang="da-DK" dirty="0" err="1"/>
              <a:t>because</a:t>
            </a:r>
            <a:r>
              <a:rPr lang="da-DK" dirty="0"/>
              <a:t> in </a:t>
            </a:r>
            <a:r>
              <a:rPr lang="da-DK" dirty="0" err="1"/>
              <a:t>order</a:t>
            </a:r>
            <a:r>
              <a:rPr lang="da-DK" dirty="0"/>
              <a:t> to </a:t>
            </a:r>
            <a:r>
              <a:rPr lang="da-DK" dirty="0" err="1"/>
              <a:t>convert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the format the </a:t>
            </a:r>
            <a:r>
              <a:rPr lang="da-DK" dirty="0" err="1"/>
              <a:t>helper</a:t>
            </a:r>
            <a:r>
              <a:rPr lang="da-DK" dirty="0"/>
              <a:t> </a:t>
            </a:r>
            <a:r>
              <a:rPr lang="da-DK" dirty="0" err="1"/>
              <a:t>functions</a:t>
            </a:r>
            <a:r>
              <a:rPr lang="da-DK" dirty="0"/>
              <a:t> </a:t>
            </a:r>
            <a:r>
              <a:rPr lang="da-DK" dirty="0" err="1"/>
              <a:t>wanted</a:t>
            </a:r>
            <a:r>
              <a:rPr lang="da-DK" dirty="0"/>
              <a:t>, </a:t>
            </a:r>
            <a:r>
              <a:rPr lang="da-DK" dirty="0" err="1"/>
              <a:t>foreaches</a:t>
            </a:r>
            <a:r>
              <a:rPr lang="da-DK" dirty="0"/>
              <a:t> </a:t>
            </a:r>
            <a:r>
              <a:rPr lang="da-DK" dirty="0" err="1"/>
              <a:t>were</a:t>
            </a:r>
            <a:r>
              <a:rPr lang="da-DK" dirty="0"/>
              <a:t> </a:t>
            </a:r>
            <a:r>
              <a:rPr lang="da-DK" dirty="0" err="1"/>
              <a:t>needed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Really cut down </a:t>
            </a:r>
            <a:r>
              <a:rPr lang="en-US" dirty="0" err="1"/>
              <a:t>GetStock</a:t>
            </a:r>
            <a:endParaRPr lang="en-US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619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8114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23-03-2026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1"/>
            <a:ext cx="4800600" cy="5110853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dirty="0"/>
              <a:t>TDD – what I did last project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</a:p>
          <a:p>
            <a:r>
              <a:rPr lang="en-US" dirty="0"/>
              <a:t>Use existing methods in the fake repositories and database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9E8CF5-AF2D-79AE-5789-2DF6B25D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2786"/>
            <a:ext cx="10178322" cy="1492132"/>
          </a:xfrm>
        </p:spPr>
        <p:txBody>
          <a:bodyPr/>
          <a:lstStyle/>
          <a:p>
            <a:r>
              <a:rPr lang="da-DK" dirty="0" err="1"/>
              <a:t>StockService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7960B9B7-D567-F571-3BA5-13B710D0B6F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68011" y="768852"/>
            <a:ext cx="6437254" cy="2150678"/>
          </a:xfrm>
          <a:prstGeom prst="rect">
            <a:avLst/>
          </a:prstGeom>
        </p:spPr>
      </p:pic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ABC519E2-208C-36C1-FDD3-1EFEFFB6A9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85497" y="825677"/>
            <a:ext cx="5432075" cy="2037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3F5DBA51-BD90-BD5A-539D-E38EB69C3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223" y="3036489"/>
            <a:ext cx="7493553" cy="370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721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A13169-081D-7DBF-D963-FF58FFA71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06FD59A4-78E4-8598-C426-83F9643FB61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148" y="1820413"/>
            <a:ext cx="9305704" cy="3217173"/>
          </a:xfrm>
          <a:prstGeom prst="rect">
            <a:avLst/>
          </a:prstGeom>
        </p:spPr>
      </p:pic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248C94CB-C527-4CFC-5747-C611C8274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946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39703"/>
            <a:ext cx="4800600" cy="4565798"/>
          </a:xfrm>
        </p:spPr>
        <p:txBody>
          <a:bodyPr>
            <a:normAutofit/>
          </a:bodyPr>
          <a:lstStyle/>
          <a:p>
            <a:r>
              <a:rPr lang="en-US" noProof="0" dirty="0"/>
              <a:t>Ideal code is written so that it doesn’t need comments (so try to write less of them)</a:t>
            </a:r>
          </a:p>
          <a:p>
            <a:r>
              <a:rPr lang="en-US" dirty="0"/>
              <a:t>Perhaps take the time to learn LINQ</a:t>
            </a:r>
          </a:p>
          <a:p>
            <a:r>
              <a:rPr lang="en-US" dirty="0"/>
              <a:t>The giant revolving pizza oven is terrible to implement, so can move on to other stuff if I want</a:t>
            </a:r>
          </a:p>
          <a:p>
            <a:r>
              <a:rPr lang="en-US" noProof="0" dirty="0"/>
              <a:t>The code is meant to make you pull your hair out</a:t>
            </a:r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7796" y="2689412"/>
            <a:ext cx="4800600" cy="39695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b="1" noProof="0" dirty="0"/>
              <a:t>What I decided after:</a:t>
            </a:r>
          </a:p>
          <a:p>
            <a:r>
              <a:rPr lang="en-US" dirty="0"/>
              <a:t>Making the giant revolving pizza oven pass the tests will take a long time, so would rather focus on other stuff</a:t>
            </a:r>
          </a:p>
          <a:p>
            <a:r>
              <a:rPr lang="en-US" dirty="0"/>
              <a:t>Want to implement the helper functions into my code</a:t>
            </a:r>
          </a:p>
          <a:p>
            <a:r>
              <a:rPr lang="en-US" noProof="0" dirty="0"/>
              <a:t>Want to learn LINQ and get rid of as many foreaches as possible</a:t>
            </a:r>
          </a:p>
          <a:p>
            <a:r>
              <a:rPr lang="en-US" noProof="0" dirty="0"/>
              <a:t>Maybe get back to the oven</a:t>
            </a:r>
          </a:p>
          <a:p>
            <a:r>
              <a:rPr lang="en-US" dirty="0"/>
              <a:t>If I have time, add database</a:t>
            </a:r>
            <a:endParaRPr lang="en-DK" noProof="0" dirty="0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A713E-8C92-130A-61FF-0FD30DFF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StockService</a:t>
            </a:r>
            <a:r>
              <a:rPr lang="en-DK" noProof="0" dirty="0"/>
              <a:t> 2.0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0A43850-0C58-53C7-4371-E14AF5F231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6597DF00-55C1-FC3A-A33B-41C32C64AC8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780207" y="1177962"/>
            <a:ext cx="6631585" cy="327745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39800786-4F93-F5D6-AE46-588934001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885" y="4727053"/>
            <a:ext cx="10411908" cy="145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Later problems/thoughts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K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C8E8B0-70D6-0E5E-F1F3-83A2F00EB8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More </a:t>
            </a:r>
            <a:r>
              <a:rPr lang="en-DK" noProof="0" dirty="0"/>
              <a:t>Interesting code bits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DK" noProof="0" dirty="0"/>
              <a:t>Think it’s been pretty good overall</a:t>
            </a:r>
          </a:p>
          <a:p>
            <a:r>
              <a:rPr lang="en-DK" noProof="0" dirty="0"/>
              <a:t>Wished I could go back and improve the bits I know aren’t ideal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275</TotalTime>
  <Words>422</Words>
  <Application>Microsoft Office PowerPoint</Application>
  <PresentationFormat>Widescreen</PresentationFormat>
  <Paragraphs>54</Paragraphs>
  <Slides>9</Slides>
  <Notes>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9</vt:i4>
      </vt:variant>
    </vt:vector>
  </HeadingPairs>
  <TitlesOfParts>
    <vt:vector size="14" baseType="lpstr">
      <vt:lpstr>Arial</vt:lpstr>
      <vt:lpstr>Calibri</vt:lpstr>
      <vt:lpstr>Gill Sans MT</vt:lpstr>
      <vt:lpstr>Impact</vt:lpstr>
      <vt:lpstr>Badge</vt:lpstr>
      <vt:lpstr>PizzaSolution</vt:lpstr>
      <vt:lpstr>Early problems/thoughts</vt:lpstr>
      <vt:lpstr>StockService</vt:lpstr>
      <vt:lpstr>PowerPoint-præsentation</vt:lpstr>
      <vt:lpstr>Morten’s advice</vt:lpstr>
      <vt:lpstr>StockService 2.0</vt:lpstr>
      <vt:lpstr>Later problems/thoughts</vt:lpstr>
      <vt:lpstr>More Interesting code bits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19</cp:revision>
  <dcterms:created xsi:type="dcterms:W3CDTF">2026-03-16T09:44:43Z</dcterms:created>
  <dcterms:modified xsi:type="dcterms:W3CDTF">2026-03-23T12:06:49Z</dcterms:modified>
</cp:coreProperties>
</file>