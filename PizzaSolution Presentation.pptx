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0D980E-B024-AB0B-DD96-E8C3453E0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263CD936-50DC-4AB1-9D2A-2A3D8EAAFA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3D30992-C9B6-CDD3-AA6B-C63EBA154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D08146D-69C5-9B4F-5424-B066667C3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839D282-43B0-9A40-B789-690E0D9CF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39393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DF114-DD81-0ECB-9845-9C541CAC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59C0C0E-E6E9-626E-FBDC-197AADC95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89BD19C-15EF-2641-D71F-EE655A16F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346BF04-809C-A3A0-A896-BFD5E65D1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5256893-3A2A-F83E-CF37-FA21949D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1527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24039-602C-5A8D-FD1A-3779CACA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074D7C7-0EFC-4804-05BB-53C4D7D38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71BD9A9-2B86-8A82-79A9-3C6403D35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23BEE90-FFC9-ED7C-57C6-A9748A991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D7660C5-B747-8096-5281-889A6DF61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0130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A56014-5398-7C7F-D9D4-182A28978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876C2E5-6120-8268-1D7A-642D1A32CF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80A437E7-8B07-E201-FF29-2B7EB6BADF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C8274AA-096B-D2E8-C021-9638C2B92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4C2D56CC-ED7C-5F57-2BD7-7A308A2CB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9C29AAA1-49CA-DA55-8408-F9824FA0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96377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9E4E78-B23B-BD90-3A30-E4084BA2C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AEAF65C-E2A2-6A00-05D7-F63B9A37D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C9D7D42-4A48-DD9F-F2E5-20B2429D4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0910A0CA-34D7-0D3A-7862-07B3350B13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D75BDD78-E8AB-0446-07E6-DA70A550F6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8E41FCF6-6A4E-1D52-B73B-66E3FCC42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BE667D61-A438-A734-6F88-455E623F0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4ABE8BD-B641-32C9-F382-038BA8B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53169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2A4417-7939-3D63-E6F3-DA384401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115CC937-0CF2-C3BF-DCC2-167E9F8A2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DEFC3B5-11B8-F4E4-6919-DB3A0BA61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42DD3273-B237-3416-EF05-7AFD3F65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6619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DE3FA7D9-DA24-60A3-EB26-00457FD5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CBA3287-3ABD-B3F9-3145-A32BC1C21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D5A73C4-E9D7-3D49-D032-8E7467E3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21237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09AB15-71F8-342B-3DCD-15F254DD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651AC08-E495-92D2-7F67-7DB05AE36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14D3063-A545-6162-19B6-7DA77A541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DE347CB-EB90-0D47-A873-84C93D042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358A4439-949C-B8C4-23A6-53770397A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975D26A7-BC87-93FE-CC47-334D11595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4179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CAB6B0-6E2A-5833-BDF4-EB7E6F70D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64F4DD0B-4771-E2CC-BA0E-3DD3A2366C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55E0D679-271B-683E-E3AC-CF398FB51B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A56B5DEF-5272-AAA2-B6AD-09D953E8D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E64F6F0-2D7C-7218-9EE2-2C36720A1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63611BC-2754-C431-EB26-C494E8836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03889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1C5022-2786-DCB5-027C-5F71C3F9A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FE545021-9FF1-099C-93F7-928948FC1A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F852C11-C81B-8480-8134-B6B355BF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02255D7-1F0A-A593-76C9-DC7063B42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DF352C4-CCBD-AA68-ED1A-8DAE1DD74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71635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64A6BFB7-34D0-6070-0CD5-ADCCE46E6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8E39B72-37F0-78DC-5811-259118BEF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969DDA4-6104-4848-3648-7AC1EA7B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E5221B0-1414-1C06-4F6B-A1FCBA3F6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FDDD582-FF5F-26F0-A6A3-B667359A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68586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0AC2AE9D-58B0-A06C-A7EE-A88C4965A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2DA6D91-386F-D6B3-88B5-6C039AC75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B478143-B9B1-038A-DA85-6B3455D40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16-03-2026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A3314DD-908C-3F17-3590-D2D7374AE7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D08449C-3F84-AEF5-8348-7856A153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47252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BD5C81E-E7C0-0EF9-6D5C-7C26253B50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Office-tema</vt:lpstr>
      <vt:lpstr>PizzaSolution</vt:lpstr>
      <vt:lpstr>Initial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2</cp:revision>
  <dcterms:created xsi:type="dcterms:W3CDTF">2026-03-16T09:44:43Z</dcterms:created>
  <dcterms:modified xsi:type="dcterms:W3CDTF">2026-03-16T09:45:38Z</dcterms:modified>
</cp:coreProperties>
</file>