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2" r:id="rId4"/>
    <p:sldId id="263" r:id="rId5"/>
    <p:sldId id="258" r:id="rId6"/>
    <p:sldId id="264" r:id="rId7"/>
    <p:sldId id="259" r:id="rId8"/>
    <p:sldId id="266" r:id="rId9"/>
    <p:sldId id="261" r:id="rId10"/>
    <p:sldId id="26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872" autoAdjust="0"/>
  </p:normalViewPr>
  <p:slideViewPr>
    <p:cSldViewPr snapToGrid="0">
      <p:cViewPr varScale="1">
        <p:scale>
          <a:sx n="89" d="100"/>
          <a:sy n="89" d="100"/>
        </p:scale>
        <p:origin x="13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AA9B0-0C32-482B-B713-D8137480A8FA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1EF5D-2231-4646-8EED-1BCCADFE16C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1492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Initial </a:t>
            </a:r>
            <a:r>
              <a:rPr lang="da-DK" dirty="0" err="1"/>
              <a:t>thoughts</a:t>
            </a:r>
            <a:r>
              <a:rPr lang="da-DK" dirty="0"/>
              <a:t>:</a:t>
            </a:r>
          </a:p>
          <a:p>
            <a:pPr marL="171450" indent="-171450">
              <a:buFontTx/>
              <a:buChar char="-"/>
            </a:pPr>
            <a:r>
              <a:rPr lang="da-DK" dirty="0" err="1"/>
              <a:t>I’ve</a:t>
            </a:r>
            <a:r>
              <a:rPr lang="da-DK" dirty="0"/>
              <a:t> </a:t>
            </a:r>
            <a:r>
              <a:rPr lang="da-DK" dirty="0" err="1"/>
              <a:t>worked</a:t>
            </a:r>
            <a:r>
              <a:rPr lang="da-DK" dirty="0"/>
              <a:t> on </a:t>
            </a:r>
            <a:r>
              <a:rPr lang="da-DK" dirty="0" err="1"/>
              <a:t>something</a:t>
            </a:r>
            <a:r>
              <a:rPr lang="da-DK" dirty="0"/>
              <a:t> </a:t>
            </a:r>
            <a:r>
              <a:rPr lang="da-DK" dirty="0" err="1"/>
              <a:t>very</a:t>
            </a:r>
            <a:r>
              <a:rPr lang="da-DK" dirty="0"/>
              <a:t> </a:t>
            </a:r>
            <a:r>
              <a:rPr lang="da-DK" dirty="0" err="1"/>
              <a:t>similar</a:t>
            </a:r>
            <a:r>
              <a:rPr lang="da-DK" dirty="0"/>
              <a:t> </a:t>
            </a:r>
            <a:r>
              <a:rPr lang="da-DK" dirty="0" err="1"/>
              <a:t>before</a:t>
            </a:r>
            <a:endParaRPr lang="da-DK" dirty="0"/>
          </a:p>
          <a:p>
            <a:pPr marL="628650" lvl="1" indent="-171450">
              <a:buFontTx/>
              <a:buChar char="-"/>
            </a:pPr>
            <a:r>
              <a:rPr lang="da-DK" dirty="0"/>
              <a:t>Did not </a:t>
            </a:r>
            <a:r>
              <a:rPr lang="da-DK" dirty="0" err="1"/>
              <a:t>mess</a:t>
            </a:r>
            <a:r>
              <a:rPr lang="da-DK" dirty="0"/>
              <a:t> with the controllers </a:t>
            </a:r>
            <a:r>
              <a:rPr lang="da-DK" dirty="0" err="1"/>
              <a:t>much</a:t>
            </a:r>
            <a:r>
              <a:rPr lang="da-DK" dirty="0"/>
              <a:t> </a:t>
            </a:r>
            <a:r>
              <a:rPr lang="da-DK" dirty="0" err="1"/>
              <a:t>though</a:t>
            </a:r>
            <a:r>
              <a:rPr lang="da-DK" dirty="0"/>
              <a:t> and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mostly</a:t>
            </a:r>
            <a:r>
              <a:rPr lang="da-DK" dirty="0"/>
              <a:t> </a:t>
            </a:r>
            <a:r>
              <a:rPr lang="da-DK" dirty="0" err="1"/>
              <a:t>frontend</a:t>
            </a:r>
            <a:endParaRPr lang="da-DK" dirty="0"/>
          </a:p>
          <a:p>
            <a:pPr marL="171450" indent="-171450">
              <a:buFontTx/>
              <a:buChar char="-"/>
            </a:pPr>
            <a:r>
              <a:rPr lang="da-DK" dirty="0" err="1"/>
              <a:t>Used</a:t>
            </a:r>
            <a:r>
              <a:rPr lang="da-DK" dirty="0"/>
              <a:t> to the </a:t>
            </a:r>
            <a:r>
              <a:rPr lang="da-DK" dirty="0" err="1"/>
              <a:t>whole</a:t>
            </a:r>
            <a:r>
              <a:rPr lang="da-DK" dirty="0"/>
              <a:t> </a:t>
            </a:r>
            <a:r>
              <a:rPr lang="da-DK" dirty="0" err="1"/>
              <a:t>git</a:t>
            </a:r>
            <a:r>
              <a:rPr lang="da-DK" dirty="0"/>
              <a:t>-push</a:t>
            </a:r>
          </a:p>
          <a:p>
            <a:pPr marL="171450" indent="-171450">
              <a:buFontTx/>
              <a:buChar char="-"/>
            </a:pPr>
            <a:r>
              <a:rPr lang="da-DK" dirty="0" err="1"/>
              <a:t>Unsure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I </a:t>
            </a:r>
            <a:r>
              <a:rPr lang="da-DK" dirty="0" err="1"/>
              <a:t>would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finish</a:t>
            </a:r>
          </a:p>
          <a:p>
            <a:pPr marL="0" indent="0">
              <a:buFontTx/>
              <a:buNone/>
            </a:pPr>
            <a:endParaRPr lang="da-DK" dirty="0"/>
          </a:p>
          <a:p>
            <a:pPr marL="0" indent="0">
              <a:buFontTx/>
              <a:buNone/>
            </a:pPr>
            <a:r>
              <a:rPr lang="da-DK" dirty="0" err="1"/>
              <a:t>Skipping</a:t>
            </a:r>
            <a:r>
              <a:rPr lang="da-DK" dirty="0"/>
              <a:t> </a:t>
            </a:r>
            <a:r>
              <a:rPr lang="da-DK" dirty="0" err="1"/>
              <a:t>explanation</a:t>
            </a:r>
            <a:r>
              <a:rPr lang="da-DK" dirty="0"/>
              <a:t> of </a:t>
            </a:r>
            <a:r>
              <a:rPr lang="da-DK" dirty="0" err="1"/>
              <a:t>structure</a:t>
            </a:r>
            <a:r>
              <a:rPr lang="da-DK" dirty="0"/>
              <a:t> </a:t>
            </a:r>
            <a:r>
              <a:rPr lang="da-DK" dirty="0" err="1"/>
              <a:t>because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all </a:t>
            </a:r>
            <a:r>
              <a:rPr lang="da-DK" dirty="0" err="1"/>
              <a:t>know</a:t>
            </a:r>
            <a:r>
              <a:rPr lang="da-DK" dirty="0"/>
              <a:t> it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1EF5D-2231-4646-8EED-1BCCADFE16C5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3343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First </a:t>
            </a:r>
            <a:r>
              <a:rPr lang="da-DK" dirty="0" err="1"/>
              <a:t>finished</a:t>
            </a:r>
            <a:r>
              <a:rPr lang="da-DK" dirty="0"/>
              <a:t> and </a:t>
            </a:r>
            <a:r>
              <a:rPr lang="da-DK" dirty="0" err="1"/>
              <a:t>working</a:t>
            </a:r>
            <a:r>
              <a:rPr lang="da-DK" dirty="0"/>
              <a:t> version of </a:t>
            </a:r>
            <a:r>
              <a:rPr lang="da-DK" dirty="0" err="1"/>
              <a:t>StockService</a:t>
            </a:r>
            <a:endParaRPr lang="da-DK" dirty="0"/>
          </a:p>
          <a:p>
            <a:endParaRPr lang="da-DK" dirty="0"/>
          </a:p>
          <a:p>
            <a:r>
              <a:rPr lang="da-DK" dirty="0"/>
              <a:t>Order and </a:t>
            </a:r>
            <a:r>
              <a:rPr lang="da-DK" dirty="0" err="1"/>
              <a:t>recipes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clearly</a:t>
            </a:r>
            <a:r>
              <a:rPr lang="da-DK" dirty="0"/>
              <a:t> </a:t>
            </a:r>
            <a:r>
              <a:rPr lang="da-DK" dirty="0" err="1"/>
              <a:t>connected</a:t>
            </a:r>
            <a:r>
              <a:rPr lang="da-DK" dirty="0"/>
              <a:t>, </a:t>
            </a:r>
            <a:r>
              <a:rPr lang="da-DK" dirty="0" err="1"/>
              <a:t>yet</a:t>
            </a:r>
            <a:r>
              <a:rPr lang="da-DK" dirty="0"/>
              <a:t> </a:t>
            </a:r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separated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1EF5D-2231-4646-8EED-1BCCADFE16C5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1018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RIP </a:t>
            </a:r>
            <a:r>
              <a:rPr lang="da-DK" dirty="0" err="1"/>
              <a:t>me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stumbled</a:t>
            </a:r>
            <a:r>
              <a:rPr lang="da-DK" dirty="0"/>
              <a:t> upon </a:t>
            </a:r>
            <a:r>
              <a:rPr lang="da-DK" dirty="0" err="1"/>
              <a:t>HasEnough</a:t>
            </a:r>
            <a:r>
              <a:rPr lang="da-DK" dirty="0"/>
              <a:t> in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prewritten</a:t>
            </a:r>
            <a:r>
              <a:rPr lang="da-DK" dirty="0"/>
              <a:t> test </a:t>
            </a:r>
            <a:r>
              <a:rPr lang="da-DK" dirty="0" err="1"/>
              <a:t>much</a:t>
            </a:r>
            <a:r>
              <a:rPr lang="da-DK" dirty="0"/>
              <a:t> </a:t>
            </a:r>
            <a:r>
              <a:rPr lang="da-DK" dirty="0" err="1"/>
              <a:t>later</a:t>
            </a:r>
            <a:endParaRPr lang="da-DK" dirty="0"/>
          </a:p>
          <a:p>
            <a:endParaRPr lang="da-DK" dirty="0"/>
          </a:p>
          <a:p>
            <a:r>
              <a:rPr lang="da-DK" dirty="0"/>
              <a:t>Even had </a:t>
            </a:r>
            <a:r>
              <a:rPr lang="da-DK" dirty="0" err="1"/>
              <a:t>trouble</a:t>
            </a:r>
            <a:r>
              <a:rPr lang="da-DK" dirty="0"/>
              <a:t> </a:t>
            </a:r>
            <a:r>
              <a:rPr lang="da-DK" dirty="0" err="1"/>
              <a:t>finding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file for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powerpoint</a:t>
            </a:r>
            <a:endParaRPr lang="da-DK" dirty="0"/>
          </a:p>
          <a:p>
            <a:endParaRPr lang="da-DK" dirty="0"/>
          </a:p>
          <a:p>
            <a:r>
              <a:rPr lang="da-DK" dirty="0"/>
              <a:t>This is </a:t>
            </a:r>
            <a:r>
              <a:rPr lang="da-DK" dirty="0" err="1"/>
              <a:t>why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documentation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handing</a:t>
            </a:r>
            <a:r>
              <a:rPr lang="da-DK" dirty="0"/>
              <a:t> over </a:t>
            </a:r>
            <a:r>
              <a:rPr lang="da-DK" dirty="0" err="1"/>
              <a:t>code</a:t>
            </a:r>
            <a:r>
              <a:rPr lang="da-DK" dirty="0"/>
              <a:t> is so </a:t>
            </a:r>
            <a:r>
              <a:rPr lang="da-DK" dirty="0" err="1"/>
              <a:t>important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1EF5D-2231-4646-8EED-1BCCADFE16C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1895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Had </a:t>
            </a:r>
            <a:r>
              <a:rPr lang="da-DK" dirty="0" err="1"/>
              <a:t>reached</a:t>
            </a:r>
            <a:r>
              <a:rPr lang="da-DK" dirty="0"/>
              <a:t> part 4 of the </a:t>
            </a:r>
            <a:r>
              <a:rPr lang="da-DK" dirty="0" err="1"/>
              <a:t>assignment</a:t>
            </a:r>
            <a:r>
              <a:rPr lang="da-DK" dirty="0"/>
              <a:t>, i.e. the </a:t>
            </a:r>
            <a:r>
              <a:rPr lang="da-DK" dirty="0" err="1"/>
              <a:t>ovens</a:t>
            </a:r>
            <a:r>
              <a:rPr lang="da-DK" dirty="0"/>
              <a:t>, </a:t>
            </a:r>
            <a:r>
              <a:rPr lang="da-DK" dirty="0" err="1"/>
              <a:t>when</a:t>
            </a:r>
            <a:r>
              <a:rPr lang="da-DK" dirty="0"/>
              <a:t> I had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conversation</a:t>
            </a:r>
            <a:r>
              <a:rPr lang="da-DK" dirty="0"/>
              <a:t> with </a:t>
            </a:r>
            <a:r>
              <a:rPr lang="da-DK" dirty="0" err="1"/>
              <a:t>him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1EF5D-2231-4646-8EED-1BCCADFE16C5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431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Using the helper functions was worse for </a:t>
            </a:r>
            <a:r>
              <a:rPr lang="en-US" dirty="0" err="1"/>
              <a:t>HasInsufficientStock</a:t>
            </a:r>
            <a:r>
              <a:rPr lang="en-US" dirty="0"/>
              <a:t> and my helper function </a:t>
            </a:r>
            <a:r>
              <a:rPr lang="en-US" dirty="0" err="1"/>
              <a:t>GetRecipeTypeAmountsInOrder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trying</a:t>
            </a:r>
            <a:r>
              <a:rPr lang="da-DK" dirty="0"/>
              <a:t> to give </a:t>
            </a:r>
            <a:r>
              <a:rPr lang="en-US" dirty="0" err="1"/>
              <a:t>GetRecipeTypeAmountsInOrder</a:t>
            </a:r>
            <a:r>
              <a:rPr lang="en-US" dirty="0"/>
              <a:t>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GatherSameTypeOfStock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-method from </a:t>
            </a:r>
            <a:r>
              <a:rPr lang="da-DK" dirty="0" err="1"/>
              <a:t>PizzaHelperExtensions</a:t>
            </a:r>
            <a:r>
              <a:rPr lang="da-DK" dirty="0"/>
              <a:t>, I </a:t>
            </a:r>
            <a:r>
              <a:rPr lang="da-DK" dirty="0" err="1"/>
              <a:t>ended</a:t>
            </a:r>
            <a:r>
              <a:rPr lang="da-DK" dirty="0"/>
              <a:t> up with a </a:t>
            </a:r>
            <a:r>
              <a:rPr lang="da-DK" dirty="0" err="1"/>
              <a:t>triple-nested</a:t>
            </a:r>
            <a:r>
              <a:rPr lang="da-DK" dirty="0"/>
              <a:t> </a:t>
            </a:r>
            <a:r>
              <a:rPr lang="da-DK" dirty="0" err="1"/>
              <a:t>foreach</a:t>
            </a:r>
            <a:r>
              <a:rPr lang="da-DK" dirty="0"/>
              <a:t> loop </a:t>
            </a:r>
            <a:r>
              <a:rPr lang="da-DK" dirty="0" err="1"/>
              <a:t>that</a:t>
            </a:r>
            <a:r>
              <a:rPr lang="da-DK" dirty="0"/>
              <a:t> I had to </a:t>
            </a:r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a LINQ.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way</a:t>
            </a:r>
            <a:r>
              <a:rPr lang="da-DK" dirty="0"/>
              <a:t> </a:t>
            </a:r>
            <a:r>
              <a:rPr lang="da-DK" dirty="0" err="1"/>
              <a:t>less</a:t>
            </a:r>
            <a:r>
              <a:rPr lang="da-DK" dirty="0"/>
              <a:t> </a:t>
            </a:r>
            <a:r>
              <a:rPr lang="da-DK" dirty="0" err="1"/>
              <a:t>effective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the </a:t>
            </a:r>
            <a:r>
              <a:rPr lang="da-DK" dirty="0" err="1"/>
              <a:t>dictionary</a:t>
            </a:r>
            <a:r>
              <a:rPr lang="da-DK" dirty="0"/>
              <a:t> I had </a:t>
            </a:r>
            <a:r>
              <a:rPr lang="da-DK" dirty="0" err="1"/>
              <a:t>already</a:t>
            </a:r>
            <a:r>
              <a:rPr lang="da-DK" dirty="0"/>
              <a:t> made. And </a:t>
            </a:r>
            <a:r>
              <a:rPr lang="da-DK" dirty="0" err="1"/>
              <a:t>adding</a:t>
            </a:r>
            <a:r>
              <a:rPr lang="da-DK" dirty="0"/>
              <a:t> </a:t>
            </a:r>
            <a:r>
              <a:rPr lang="da-DK" dirty="0" err="1"/>
              <a:t>things</a:t>
            </a:r>
            <a:r>
              <a:rPr lang="da-DK" dirty="0"/>
              <a:t> to a </a:t>
            </a:r>
            <a:r>
              <a:rPr lang="da-DK" dirty="0" err="1"/>
              <a:t>dictionary</a:t>
            </a:r>
            <a:r>
              <a:rPr lang="da-DK" dirty="0"/>
              <a:t> with a LINQ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apparently</a:t>
            </a:r>
            <a:r>
              <a:rPr lang="da-DK" dirty="0"/>
              <a:t> </a:t>
            </a:r>
            <a:r>
              <a:rPr lang="da-DK" dirty="0" err="1"/>
              <a:t>slower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just </a:t>
            </a:r>
            <a:r>
              <a:rPr lang="da-DK" dirty="0" err="1"/>
              <a:t>doing</a:t>
            </a:r>
            <a:r>
              <a:rPr lang="da-DK" dirty="0"/>
              <a:t> it </a:t>
            </a:r>
            <a:r>
              <a:rPr lang="da-DK" dirty="0" err="1"/>
              <a:t>normally</a:t>
            </a:r>
            <a:r>
              <a:rPr lang="da-DK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a-DK" dirty="0"/>
              <a:t>My normal </a:t>
            </a:r>
            <a:r>
              <a:rPr lang="da-DK" dirty="0" err="1"/>
              <a:t>foreaches</a:t>
            </a:r>
            <a:r>
              <a:rPr lang="da-DK" dirty="0"/>
              <a:t> </a:t>
            </a:r>
            <a:r>
              <a:rPr lang="da-DK" dirty="0" err="1"/>
              <a:t>were</a:t>
            </a:r>
            <a:r>
              <a:rPr lang="da-DK" dirty="0"/>
              <a:t> </a:t>
            </a:r>
            <a:r>
              <a:rPr lang="da-DK" dirty="0" err="1"/>
              <a:t>better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the alternative </a:t>
            </a:r>
            <a:r>
              <a:rPr lang="da-DK" dirty="0" err="1"/>
              <a:t>because</a:t>
            </a:r>
            <a:r>
              <a:rPr lang="da-DK" dirty="0"/>
              <a:t> in </a:t>
            </a:r>
            <a:r>
              <a:rPr lang="da-DK" dirty="0" err="1"/>
              <a:t>order</a:t>
            </a:r>
            <a:r>
              <a:rPr lang="da-DK" dirty="0"/>
              <a:t> to </a:t>
            </a:r>
            <a:r>
              <a:rPr lang="da-DK" dirty="0" err="1"/>
              <a:t>convert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the format the </a:t>
            </a:r>
            <a:r>
              <a:rPr lang="da-DK" dirty="0" err="1"/>
              <a:t>helper</a:t>
            </a:r>
            <a:r>
              <a:rPr lang="da-DK" dirty="0"/>
              <a:t> </a:t>
            </a:r>
            <a:r>
              <a:rPr lang="da-DK" dirty="0" err="1"/>
              <a:t>functions</a:t>
            </a:r>
            <a:r>
              <a:rPr lang="da-DK" dirty="0"/>
              <a:t> </a:t>
            </a:r>
            <a:r>
              <a:rPr lang="da-DK" dirty="0" err="1"/>
              <a:t>wanted</a:t>
            </a:r>
            <a:r>
              <a:rPr lang="da-DK" dirty="0"/>
              <a:t>, </a:t>
            </a:r>
            <a:r>
              <a:rPr lang="da-DK" dirty="0" err="1"/>
              <a:t>foreaches</a:t>
            </a:r>
            <a:r>
              <a:rPr lang="da-DK" dirty="0"/>
              <a:t> </a:t>
            </a:r>
            <a:r>
              <a:rPr lang="da-DK" dirty="0" err="1"/>
              <a:t>were</a:t>
            </a:r>
            <a:r>
              <a:rPr lang="da-DK" dirty="0"/>
              <a:t> </a:t>
            </a:r>
            <a:r>
              <a:rPr lang="da-DK" dirty="0" err="1"/>
              <a:t>needed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Really cut down </a:t>
            </a:r>
            <a:r>
              <a:rPr lang="en-US" dirty="0" err="1"/>
              <a:t>GetStock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Didn’t do much LINQ outside this, because…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1EF5D-2231-4646-8EED-1BCCADFE16C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19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1EF5D-2231-4646-8EED-1BCCADFE16C5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8114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 as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debugging</a:t>
            </a:r>
            <a:r>
              <a:rPr lang="da-DK" dirty="0"/>
              <a:t>, </a:t>
            </a:r>
            <a:r>
              <a:rPr lang="da-DK" dirty="0" err="1"/>
              <a:t>meaning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the problem </a:t>
            </a:r>
            <a:r>
              <a:rPr lang="da-DK" dirty="0" err="1"/>
              <a:t>arises</a:t>
            </a:r>
            <a:r>
              <a:rPr lang="da-DK" dirty="0"/>
              <a:t> </a:t>
            </a:r>
            <a:r>
              <a:rPr lang="da-DK" dirty="0" err="1"/>
              <a:t>somewhere</a:t>
            </a:r>
            <a:r>
              <a:rPr lang="da-DK" dirty="0"/>
              <a:t> </a:t>
            </a:r>
            <a:r>
              <a:rPr lang="da-DK" dirty="0" err="1"/>
              <a:t>else</a:t>
            </a:r>
            <a:r>
              <a:rPr lang="da-DK" dirty="0"/>
              <a:t>, i.e. </a:t>
            </a:r>
            <a:r>
              <a:rPr lang="da-DK" dirty="0" err="1"/>
              <a:t>when</a:t>
            </a:r>
            <a:r>
              <a:rPr lang="da-DK" dirty="0"/>
              <a:t> the </a:t>
            </a:r>
            <a:r>
              <a:rPr lang="da-DK" dirty="0" err="1"/>
              <a:t>queue</a:t>
            </a:r>
            <a:r>
              <a:rPr lang="da-DK" dirty="0"/>
              <a:t> </a:t>
            </a:r>
            <a:r>
              <a:rPr lang="da-DK" dirty="0" err="1"/>
              <a:t>gets</a:t>
            </a:r>
            <a:r>
              <a:rPr lang="da-DK" dirty="0"/>
              <a:t> </a:t>
            </a:r>
            <a:r>
              <a:rPr lang="da-DK" dirty="0" err="1"/>
              <a:t>dequeued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Inserting</a:t>
            </a:r>
            <a:r>
              <a:rPr lang="da-DK" dirty="0"/>
              <a:t> the Normal Pizza </a:t>
            </a:r>
            <a:r>
              <a:rPr lang="da-DK" dirty="0" err="1"/>
              <a:t>Oven’s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makes</a:t>
            </a:r>
            <a:r>
              <a:rPr lang="da-DK" dirty="0"/>
              <a:t> more tests </a:t>
            </a:r>
            <a:r>
              <a:rPr lang="da-DK" dirty="0" err="1"/>
              <a:t>pass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these</a:t>
            </a:r>
            <a:r>
              <a:rPr lang="da-DK" dirty="0"/>
              <a:t> </a:t>
            </a:r>
            <a:r>
              <a:rPr lang="da-DK" dirty="0" err="1"/>
              <a:t>two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Tried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would</a:t>
            </a:r>
            <a:r>
              <a:rPr lang="da-DK" dirty="0"/>
              <a:t> handle </a:t>
            </a:r>
            <a:r>
              <a:rPr lang="da-DK" dirty="0" err="1"/>
              <a:t>orders</a:t>
            </a:r>
            <a:r>
              <a:rPr lang="da-DK" dirty="0"/>
              <a:t> in </a:t>
            </a:r>
            <a:r>
              <a:rPr lang="da-DK" dirty="0" err="1"/>
              <a:t>batches</a:t>
            </a:r>
            <a:r>
              <a:rPr lang="da-DK" dirty="0"/>
              <a:t> but it </a:t>
            </a:r>
            <a:r>
              <a:rPr lang="da-DK" dirty="0" err="1"/>
              <a:t>fails</a:t>
            </a:r>
            <a:r>
              <a:rPr lang="da-DK" dirty="0"/>
              <a:t> all tests, </a:t>
            </a:r>
            <a:r>
              <a:rPr lang="da-DK" dirty="0" err="1"/>
              <a:t>didn’t</a:t>
            </a:r>
            <a:r>
              <a:rPr lang="da-DK" dirty="0"/>
              <a:t> have time to </a:t>
            </a:r>
            <a:r>
              <a:rPr lang="da-DK" dirty="0" err="1"/>
              <a:t>debug</a:t>
            </a:r>
            <a:r>
              <a:rPr lang="da-DK" dirty="0"/>
              <a:t> and </a:t>
            </a:r>
            <a:r>
              <a:rPr lang="da-DK" dirty="0" err="1"/>
              <a:t>see</a:t>
            </a:r>
            <a:r>
              <a:rPr lang="da-DK" dirty="0"/>
              <a:t>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goes</a:t>
            </a:r>
            <a:r>
              <a:rPr lang="da-DK" dirty="0"/>
              <a:t> </a:t>
            </a:r>
            <a:r>
              <a:rPr lang="da-DK" dirty="0" err="1"/>
              <a:t>wrong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1EF5D-2231-4646-8EED-1BCCADFE16C5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8589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 </a:t>
            </a:r>
            <a:r>
              <a:rPr lang="da-DK" dirty="0" err="1"/>
              <a:t>didn’t</a:t>
            </a:r>
            <a:r>
              <a:rPr lang="da-DK" dirty="0"/>
              <a:t> </a:t>
            </a:r>
            <a:r>
              <a:rPr lang="da-DK" dirty="0" err="1"/>
              <a:t>really</a:t>
            </a:r>
            <a:r>
              <a:rPr lang="da-DK" dirty="0"/>
              <a:t> have time to </a:t>
            </a:r>
            <a:r>
              <a:rPr lang="da-DK" dirty="0" err="1"/>
              <a:t>seriously</a:t>
            </a:r>
            <a:r>
              <a:rPr lang="da-DK" dirty="0"/>
              <a:t> </a:t>
            </a:r>
            <a:r>
              <a:rPr lang="da-DK" dirty="0" err="1"/>
              <a:t>consider</a:t>
            </a:r>
            <a:r>
              <a:rPr lang="da-DK" dirty="0"/>
              <a:t> </a:t>
            </a:r>
            <a:r>
              <a:rPr lang="da-DK" dirty="0" err="1"/>
              <a:t>skipping</a:t>
            </a:r>
            <a:r>
              <a:rPr lang="da-DK" dirty="0"/>
              <a:t> the oven </a:t>
            </a:r>
            <a:r>
              <a:rPr lang="da-DK" dirty="0" err="1"/>
              <a:t>because</a:t>
            </a:r>
            <a:r>
              <a:rPr lang="da-DK" dirty="0"/>
              <a:t> of job interview </a:t>
            </a:r>
            <a:r>
              <a:rPr lang="da-DK" dirty="0" err="1"/>
              <a:t>stuff</a:t>
            </a:r>
            <a:r>
              <a:rPr lang="da-DK" dirty="0"/>
              <a:t>, so </a:t>
            </a:r>
            <a:r>
              <a:rPr lang="da-DK" dirty="0" err="1"/>
              <a:t>instead</a:t>
            </a:r>
            <a:r>
              <a:rPr lang="da-DK" dirty="0"/>
              <a:t> I </a:t>
            </a:r>
            <a:r>
              <a:rPr lang="da-DK" dirty="0" err="1"/>
              <a:t>worked</a:t>
            </a:r>
            <a:r>
              <a:rPr lang="da-DK" dirty="0"/>
              <a:t> at it </a:t>
            </a:r>
            <a:r>
              <a:rPr lang="da-DK" dirty="0" err="1"/>
              <a:t>when</a:t>
            </a:r>
            <a:r>
              <a:rPr lang="da-DK" dirty="0"/>
              <a:t> I </a:t>
            </a:r>
            <a:r>
              <a:rPr lang="da-DK" dirty="0" err="1"/>
              <a:t>probably</a:t>
            </a:r>
            <a:r>
              <a:rPr lang="da-DK" dirty="0"/>
              <a:t> </a:t>
            </a:r>
            <a:r>
              <a:rPr lang="da-DK" dirty="0" err="1"/>
              <a:t>shouldn’t</a:t>
            </a:r>
            <a:r>
              <a:rPr lang="da-DK" dirty="0"/>
              <a:t> have or </a:t>
            </a:r>
            <a:r>
              <a:rPr lang="da-DK" dirty="0" err="1"/>
              <a:t>should’ve</a:t>
            </a:r>
            <a:r>
              <a:rPr lang="da-DK" dirty="0"/>
              <a:t> </a:t>
            </a:r>
            <a:r>
              <a:rPr lang="da-DK" dirty="0" err="1"/>
              <a:t>asked</a:t>
            </a:r>
            <a:r>
              <a:rPr lang="da-DK" dirty="0"/>
              <a:t> for </a:t>
            </a:r>
            <a:r>
              <a:rPr lang="da-DK" dirty="0" err="1"/>
              <a:t>help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1EF5D-2231-4646-8EED-1BCCADFE16C5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450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7234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39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3301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616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4845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174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711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33920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14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0777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195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F2C61E5-4FB9-4B7B-BFC7-89973F7231D0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D261232-67BA-4014-8C42-A66C16385292}" type="slidenum">
              <a:rPr lang="da-DK" smtClean="0"/>
              <a:t>‹nr.›</a:t>
            </a:fld>
            <a:endParaRPr lang="da-DK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3677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BDBDC-69D3-D592-C6B1-F1C0D3982A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PizzaSolution</a:t>
            </a:r>
            <a:br>
              <a:rPr lang="da-DK" dirty="0"/>
            </a:br>
            <a:r>
              <a:rPr lang="ja-JP" altLang="en-US" sz="4800" dirty="0"/>
              <a:t>ピザソリューション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BFA8CEC-1EFB-0FAD-EEE1-A876EACA4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By: Rebekka</a:t>
            </a:r>
          </a:p>
        </p:txBody>
      </p:sp>
    </p:spTree>
    <p:extLst>
      <p:ext uri="{BB962C8B-B14F-4D97-AF65-F5344CB8AC3E}">
        <p14:creationId xmlns:p14="http://schemas.microsoft.com/office/powerpoint/2010/main" val="172061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CB5EE-A6BA-6519-A2B8-D793539A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/>
              <a:t>Early </a:t>
            </a:r>
            <a:r>
              <a:rPr lang="en-US" dirty="0"/>
              <a:t>thoughts/</a:t>
            </a:r>
            <a:r>
              <a:rPr lang="en-DK" noProof="0" dirty="0"/>
              <a:t>problem</a:t>
            </a:r>
            <a:r>
              <a:rPr lang="en-US" noProof="0" dirty="0"/>
              <a:t>s</a:t>
            </a:r>
            <a:endParaRPr lang="en-DK" noProof="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738F314-DFC6-7D85-B367-E103C5AA5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364761"/>
            <a:ext cx="4800600" cy="5110853"/>
          </a:xfrm>
        </p:spPr>
        <p:txBody>
          <a:bodyPr/>
          <a:lstStyle/>
          <a:p>
            <a:r>
              <a:rPr lang="en-DK" noProof="0" dirty="0"/>
              <a:t>Not used to Visual Studio</a:t>
            </a:r>
            <a:endParaRPr lang="en-US" noProof="0" dirty="0"/>
          </a:p>
          <a:p>
            <a:r>
              <a:rPr lang="en-US" dirty="0"/>
              <a:t>Getting used to </a:t>
            </a:r>
            <a:r>
              <a:rPr lang="en-US" dirty="0" err="1"/>
              <a:t>MSTest</a:t>
            </a:r>
            <a:r>
              <a:rPr lang="en-US" dirty="0"/>
              <a:t> and mocks</a:t>
            </a:r>
          </a:p>
          <a:p>
            <a:r>
              <a:rPr lang="en-US" dirty="0"/>
              <a:t>TDD – what I did last project</a:t>
            </a:r>
          </a:p>
          <a:p>
            <a:r>
              <a:rPr lang="en-US" noProof="0" dirty="0"/>
              <a:t>Codebase lacking in</a:t>
            </a:r>
            <a:r>
              <a:rPr lang="en-US" dirty="0"/>
              <a:t> code comments, so I wanted to make sure I made them for my new code</a:t>
            </a:r>
          </a:p>
          <a:p>
            <a:r>
              <a:rPr lang="en-US" noProof="0" dirty="0"/>
              <a:t>Throwing exceptions for the controller to handle – is that ideal?</a:t>
            </a:r>
          </a:p>
          <a:p>
            <a:r>
              <a:rPr lang="en-US" dirty="0"/>
              <a:t>Use existing methods in the fake repositories and database</a:t>
            </a:r>
            <a:endParaRPr lang="en-US" noProof="0" dirty="0"/>
          </a:p>
          <a:p>
            <a:r>
              <a:rPr lang="en-US" dirty="0"/>
              <a:t>Relationship between order, recipe and stock was confusing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4406BD38-5480-5E1C-C2D9-43612BB8C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50655" y="1364762"/>
            <a:ext cx="3833140" cy="511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1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9E8CF5-AF2D-79AE-5789-2DF6B25D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55060"/>
            <a:ext cx="10178322" cy="802891"/>
          </a:xfrm>
        </p:spPr>
        <p:txBody>
          <a:bodyPr/>
          <a:lstStyle/>
          <a:p>
            <a:r>
              <a:rPr lang="da-DK" dirty="0" err="1"/>
              <a:t>StockService</a:t>
            </a:r>
            <a:endParaRPr lang="da-DK" dirty="0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ABC519E2-208C-36C1-FDD3-1EFEFFB6A9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5497" y="825677"/>
            <a:ext cx="5432075" cy="2037028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3F5DBA51-BD90-BD5A-539D-E38EB69C3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223" y="3036489"/>
            <a:ext cx="7493553" cy="3703461"/>
          </a:xfrm>
          <a:prstGeom prst="rect">
            <a:avLst/>
          </a:prstGeom>
        </p:spPr>
      </p:pic>
      <p:pic>
        <p:nvPicPr>
          <p:cNvPr id="11" name="Pladsholder til indhold 10">
            <a:extLst>
              <a:ext uri="{FF2B5EF4-FFF2-40B4-BE49-F238E27FC236}">
                <a16:creationId xmlns:a16="http://schemas.microsoft.com/office/drawing/2014/main" id="{872C4F5D-FBAD-41E8-2A07-51448B42CA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673632" y="825676"/>
            <a:ext cx="5999158" cy="203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21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A13169-081D-7DBF-D963-FF58FFA7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06FD59A4-78E4-8598-C426-83F9643FB6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148" y="1820413"/>
            <a:ext cx="9305704" cy="321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6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9E8E1-E657-E332-2B9A-1809FC74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/>
              <a:t>Morten’s advice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2F9B0A4-6473-B666-2C27-1C3A4D0EB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339703"/>
            <a:ext cx="4800600" cy="4565798"/>
          </a:xfrm>
        </p:spPr>
        <p:txBody>
          <a:bodyPr>
            <a:normAutofit/>
          </a:bodyPr>
          <a:lstStyle/>
          <a:p>
            <a:r>
              <a:rPr lang="en-US" noProof="0" dirty="0"/>
              <a:t>Ideal code is written so that it doesn’t need comments (so try to write less of them)</a:t>
            </a:r>
          </a:p>
          <a:p>
            <a:r>
              <a:rPr lang="en-US" dirty="0"/>
              <a:t>Perhaps take the time to learn LINQ</a:t>
            </a:r>
          </a:p>
          <a:p>
            <a:r>
              <a:rPr lang="en-US" dirty="0"/>
              <a:t>The giant revolving pizza oven is terrible to implement, so can move on to other stuff if I want</a:t>
            </a:r>
          </a:p>
          <a:p>
            <a:r>
              <a:rPr lang="en-US" noProof="0" dirty="0"/>
              <a:t>The code is meant to make you pull your hair out</a:t>
            </a:r>
            <a:endParaRPr lang="en-DK" noProof="0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75FDCF1-01E1-9778-7CD1-8816D1822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7796" y="2689412"/>
            <a:ext cx="4800600" cy="3969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K" b="1" noProof="0" dirty="0"/>
              <a:t>What I decided after:</a:t>
            </a:r>
          </a:p>
          <a:p>
            <a:r>
              <a:rPr lang="en-US" dirty="0"/>
              <a:t>Making the giant revolving pizza oven pass the tests will take a long time, so would rather focus on other stuff</a:t>
            </a:r>
          </a:p>
          <a:p>
            <a:r>
              <a:rPr lang="en-US" dirty="0"/>
              <a:t>Want to implement the helper functions into my code</a:t>
            </a:r>
          </a:p>
          <a:p>
            <a:r>
              <a:rPr lang="en-US" noProof="0" dirty="0"/>
              <a:t>Want to learn LINQ and get rid of as many foreaches as possible</a:t>
            </a:r>
          </a:p>
          <a:p>
            <a:r>
              <a:rPr lang="en-US" noProof="0" dirty="0"/>
              <a:t>Maybe get back to the oven</a:t>
            </a:r>
          </a:p>
          <a:p>
            <a:r>
              <a:rPr lang="en-US" dirty="0"/>
              <a:t>If I have time, add database</a:t>
            </a:r>
            <a:endParaRPr lang="en-DK" noProof="0" dirty="0"/>
          </a:p>
        </p:txBody>
      </p:sp>
    </p:spTree>
    <p:extLst>
      <p:ext uri="{BB962C8B-B14F-4D97-AF65-F5344CB8AC3E}">
        <p14:creationId xmlns:p14="http://schemas.microsoft.com/office/powerpoint/2010/main" val="4086695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5A713E-8C92-130A-61FF-0FD30DFF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StockService</a:t>
            </a:r>
            <a:r>
              <a:rPr lang="en-DK" noProof="0" dirty="0"/>
              <a:t> 2.0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70A43850-0C58-53C7-4371-E14AF5F231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6597DF00-55C1-FC3A-A33B-41C32C64AC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17955" y="1790271"/>
            <a:ext cx="6631585" cy="3277458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39800786-4F93-F5D6-AE46-588934001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955" y="5180460"/>
            <a:ext cx="10411908" cy="1450080"/>
          </a:xfrm>
          <a:prstGeom prst="rect">
            <a:avLst/>
          </a:prstGeom>
        </p:spPr>
      </p:pic>
      <p:pic>
        <p:nvPicPr>
          <p:cNvPr id="3" name="Pladsholder til indhold 5">
            <a:extLst>
              <a:ext uri="{FF2B5EF4-FFF2-40B4-BE49-F238E27FC236}">
                <a16:creationId xmlns:a16="http://schemas.microsoft.com/office/drawing/2014/main" id="{11617E75-1BE1-186A-021C-531D91D88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699" y="6831"/>
            <a:ext cx="5402301" cy="186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D6FD49-2DB9-5A7C-B33A-EB8FD60B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 to the oven…</a:t>
            </a:r>
            <a:endParaRPr lang="en-DK" noProof="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C1823F3-3FB9-49C5-B880-461F2701A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191718"/>
            <a:ext cx="4800600" cy="5433934"/>
          </a:xfrm>
        </p:spPr>
        <p:txBody>
          <a:bodyPr/>
          <a:lstStyle/>
          <a:p>
            <a:r>
              <a:rPr lang="en-GB" noProof="0" dirty="0"/>
              <a:t>Idea:</a:t>
            </a:r>
          </a:p>
          <a:p>
            <a:pPr lvl="1"/>
            <a:r>
              <a:rPr lang="en-GB" dirty="0"/>
              <a:t>Make alternate version of Michael’s</a:t>
            </a:r>
          </a:p>
          <a:p>
            <a:pPr lvl="1"/>
            <a:r>
              <a:rPr lang="en-GB" dirty="0"/>
              <a:t>Make the first element have the correct cooking type, set rest to 0</a:t>
            </a:r>
          </a:p>
          <a:p>
            <a:pPr lvl="1"/>
            <a:r>
              <a:rPr lang="en-GB" dirty="0"/>
              <a:t>Manipulating cooking time worked with the Assembly Line Oven, so why not this?</a:t>
            </a:r>
          </a:p>
          <a:p>
            <a:endParaRPr lang="en-GB" noProof="0" dirty="0"/>
          </a:p>
          <a:p>
            <a:r>
              <a:rPr lang="en-GB" dirty="0"/>
              <a:t>Problem:</a:t>
            </a:r>
          </a:p>
          <a:p>
            <a:pPr lvl="1"/>
            <a:r>
              <a:rPr lang="en-GB" noProof="0" dirty="0"/>
              <a:t>Only works with 100 pizzas testcase</a:t>
            </a:r>
          </a:p>
          <a:p>
            <a:pPr lvl="1"/>
            <a:r>
              <a:rPr lang="en-GB" dirty="0"/>
              <a:t>Different cooking times</a:t>
            </a:r>
            <a:r>
              <a:rPr lang="en-GB" noProof="0" dirty="0"/>
              <a:t> can be in the oven at the same time</a:t>
            </a:r>
            <a:endParaRPr lang="en-GB" dirty="0"/>
          </a:p>
          <a:p>
            <a:pPr lvl="1"/>
            <a:r>
              <a:rPr lang="en-GB" dirty="0"/>
              <a:t>Also feel like I definitely can get rid of that while-loop</a:t>
            </a: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A9129C86-25D8-BB61-FDBC-050F963302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34102" y="1648979"/>
            <a:ext cx="5576569" cy="44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66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D27ADBE-6C29-E655-6801-3357EE470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21375383">
            <a:off x="5935088" y="5043434"/>
            <a:ext cx="7017488" cy="951135"/>
          </a:xfrm>
        </p:spPr>
        <p:txBody>
          <a:bodyPr/>
          <a:lstStyle/>
          <a:p>
            <a:r>
              <a:rPr lang="en-US" noProof="0" dirty="0"/>
              <a:t>Make it wait for entire batch before proceeding?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FD5D8786-4C86-82DF-E2B4-DB5658D1CB2C}"/>
              </a:ext>
            </a:extLst>
          </p:cNvPr>
          <p:cNvSpPr txBox="1">
            <a:spLocks/>
          </p:cNvSpPr>
          <p:nvPr/>
        </p:nvSpPr>
        <p:spPr>
          <a:xfrm rot="494728">
            <a:off x="5359041" y="3188733"/>
            <a:ext cx="8169581" cy="951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Insert Empty pizzas with equal cooking time to fill up batch?</a:t>
            </a:r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85E611FE-01EA-BBBF-B9B3-8F11C1B3491F}"/>
              </a:ext>
            </a:extLst>
          </p:cNvPr>
          <p:cNvSpPr txBox="1">
            <a:spLocks/>
          </p:cNvSpPr>
          <p:nvPr/>
        </p:nvSpPr>
        <p:spPr>
          <a:xfrm rot="20931083">
            <a:off x="2952015" y="1815316"/>
            <a:ext cx="7017488" cy="504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Divide into Batches?</a:t>
            </a:r>
          </a:p>
        </p:txBody>
      </p:sp>
      <p:sp>
        <p:nvSpPr>
          <p:cNvPr id="6" name="Pladsholder til tekst 2">
            <a:extLst>
              <a:ext uri="{FF2B5EF4-FFF2-40B4-BE49-F238E27FC236}">
                <a16:creationId xmlns:a16="http://schemas.microsoft.com/office/drawing/2014/main" id="{A0BC7C3D-647E-B2E9-52DC-A9FFF7206C06}"/>
              </a:ext>
            </a:extLst>
          </p:cNvPr>
          <p:cNvSpPr txBox="1">
            <a:spLocks/>
          </p:cNvSpPr>
          <p:nvPr/>
        </p:nvSpPr>
        <p:spPr>
          <a:xfrm rot="231659">
            <a:off x="5828365" y="969102"/>
            <a:ext cx="7177582" cy="951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Insert Empty pizzas with 0 cooking time to fill up batch?</a:t>
            </a:r>
          </a:p>
        </p:txBody>
      </p:sp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822AB52D-885A-0181-A536-6E2EA43CDF88}"/>
              </a:ext>
            </a:extLst>
          </p:cNvPr>
          <p:cNvSpPr txBox="1">
            <a:spLocks/>
          </p:cNvSpPr>
          <p:nvPr/>
        </p:nvSpPr>
        <p:spPr>
          <a:xfrm rot="21364985">
            <a:off x="2354907" y="239092"/>
            <a:ext cx="7017488" cy="504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Perhaps order that list?</a:t>
            </a:r>
          </a:p>
        </p:txBody>
      </p:sp>
      <p:sp>
        <p:nvSpPr>
          <p:cNvPr id="8" name="Pladsholder til tekst 2">
            <a:extLst>
              <a:ext uri="{FF2B5EF4-FFF2-40B4-BE49-F238E27FC236}">
                <a16:creationId xmlns:a16="http://schemas.microsoft.com/office/drawing/2014/main" id="{57B6532C-0A6F-3E59-5B0C-10ECD94CCC82}"/>
              </a:ext>
            </a:extLst>
          </p:cNvPr>
          <p:cNvSpPr txBox="1">
            <a:spLocks/>
          </p:cNvSpPr>
          <p:nvPr/>
        </p:nvSpPr>
        <p:spPr>
          <a:xfrm rot="183458">
            <a:off x="8573266" y="6137381"/>
            <a:ext cx="4643027" cy="504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A combination???</a:t>
            </a:r>
          </a:p>
        </p:txBody>
      </p:sp>
      <p:sp>
        <p:nvSpPr>
          <p:cNvPr id="2" name="Pladsholder til tekst 2">
            <a:extLst>
              <a:ext uri="{FF2B5EF4-FFF2-40B4-BE49-F238E27FC236}">
                <a16:creationId xmlns:a16="http://schemas.microsoft.com/office/drawing/2014/main" id="{A42F2352-6AB6-1B9A-35DD-421CDFB60C4C}"/>
              </a:ext>
            </a:extLst>
          </p:cNvPr>
          <p:cNvSpPr txBox="1">
            <a:spLocks/>
          </p:cNvSpPr>
          <p:nvPr/>
        </p:nvSpPr>
        <p:spPr>
          <a:xfrm rot="20651068">
            <a:off x="2295743" y="4723767"/>
            <a:ext cx="7017488" cy="606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b="1" i="0" kern="1200" cap="all" spc="4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Give last element cooking time?</a:t>
            </a:r>
          </a:p>
        </p:txBody>
      </p:sp>
    </p:spTree>
    <p:extLst>
      <p:ext uri="{BB962C8B-B14F-4D97-AF65-F5344CB8AC3E}">
        <p14:creationId xmlns:p14="http://schemas.microsoft.com/office/powerpoint/2010/main" val="314700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0"/>
                            </p:stCondLst>
                            <p:childTnLst>
                              <p:par>
                                <p:cTn id="40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/>
      <p:bldP spid="6" grpId="0"/>
      <p:bldP spid="7" grpId="0"/>
      <p:bldP spid="8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CDFDA2-DBC4-31F5-4D86-13F3D8C2D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66889"/>
          </a:xfrm>
        </p:spPr>
        <p:txBody>
          <a:bodyPr>
            <a:normAutofit/>
          </a:bodyPr>
          <a:lstStyle/>
          <a:p>
            <a:pPr algn="ctr"/>
            <a:r>
              <a:rPr lang="en-GB" noProof="0" dirty="0"/>
              <a:t>The ones that </a:t>
            </a:r>
            <a:r>
              <a:rPr lang="en-GB" i="1" noProof="0" dirty="0"/>
              <a:t>should</a:t>
            </a:r>
            <a:r>
              <a:rPr lang="en-GB" noProof="0" dirty="0"/>
              <a:t> work</a:t>
            </a:r>
            <a:br>
              <a:rPr lang="en-GB" noProof="0" dirty="0"/>
            </a:br>
            <a:r>
              <a:rPr lang="en-GB" sz="1200" noProof="0" dirty="0"/>
              <a:t>(both work as expected when debugging)</a:t>
            </a:r>
            <a:endParaRPr lang="en-GB" noProof="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139D2AC-9FBF-E54A-C1EF-C5B61B084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4069830"/>
            <a:ext cx="4800600" cy="2405784"/>
          </a:xfrm>
        </p:spPr>
        <p:txBody>
          <a:bodyPr>
            <a:normAutofit/>
          </a:bodyPr>
          <a:lstStyle/>
          <a:p>
            <a:r>
              <a:rPr lang="en-GB" noProof="0" dirty="0"/>
              <a:t>Kind of epitome of what I could come up with on my own</a:t>
            </a:r>
          </a:p>
          <a:p>
            <a:r>
              <a:rPr lang="en-GB" noProof="0" dirty="0"/>
              <a:t>Doesn’t work </a:t>
            </a:r>
            <a:r>
              <a:rPr lang="en-GB" noProof="0" dirty="0">
                <a:sym typeface="Wingdings" panose="05000000000000000000" pitchFamily="2" charset="2"/>
              </a:rPr>
              <a:t> Still allows for cooking of different cooking times at the </a:t>
            </a:r>
            <a:r>
              <a:rPr lang="en-GB" noProof="0" dirty="0" err="1">
                <a:sym typeface="Wingdings" panose="05000000000000000000" pitchFamily="2" charset="2"/>
              </a:rPr>
              <a:t>sam</a:t>
            </a:r>
            <a:r>
              <a:rPr lang="en-GB" dirty="0">
                <a:sym typeface="Wingdings" panose="05000000000000000000" pitchFamily="2" charset="2"/>
              </a:rPr>
              <a:t>e time</a:t>
            </a:r>
            <a:endParaRPr lang="en-GB" noProof="0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9C84B06-3C3A-A31C-FA40-47A33CAEE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7796" y="4069830"/>
            <a:ext cx="4800600" cy="2548327"/>
          </a:xfrm>
        </p:spPr>
        <p:txBody>
          <a:bodyPr>
            <a:normAutofit/>
          </a:bodyPr>
          <a:lstStyle/>
          <a:p>
            <a:r>
              <a:rPr lang="en-GB" noProof="0" dirty="0"/>
              <a:t>Suggested by Copilot</a:t>
            </a:r>
          </a:p>
          <a:p>
            <a:r>
              <a:rPr lang="en-GB" dirty="0"/>
              <a:t>After I remembered Morten’s advice to give it empty pizzas</a:t>
            </a:r>
            <a:endParaRPr lang="en-GB" noProof="0" dirty="0"/>
          </a:p>
          <a:p>
            <a:r>
              <a:rPr lang="en-GB" noProof="0" dirty="0"/>
              <a:t>Keeps running </a:t>
            </a:r>
            <a:r>
              <a:rPr lang="en-GB" noProof="0" dirty="0">
                <a:sym typeface="Wingdings" panose="05000000000000000000" pitchFamily="2" charset="2"/>
              </a:rPr>
              <a:t> </a:t>
            </a:r>
            <a:r>
              <a:rPr lang="en-GB" dirty="0"/>
              <a:t>Making all these empty elements for the program to handle makes it weird</a:t>
            </a:r>
            <a:endParaRPr lang="en-GB" noProof="0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F42B9E80-75C5-578C-01C3-537545DDC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44" y="1349274"/>
            <a:ext cx="5896469" cy="2315821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9D602B09-08EC-5901-63F3-52E144FE1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05" y="1349274"/>
            <a:ext cx="5643451" cy="231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1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6AEE8-C798-4136-E025-F1A26043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/>
              <a:t>Final Thoughts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26D3CD8-F4EE-27A8-6FFC-51B30ACA6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452281"/>
            <a:ext cx="4800600" cy="4797911"/>
          </a:xfrm>
        </p:spPr>
        <p:txBody>
          <a:bodyPr/>
          <a:lstStyle/>
          <a:p>
            <a:r>
              <a:rPr lang="en-GB" noProof="0" dirty="0"/>
              <a:t>Things were pretty good until the </a:t>
            </a:r>
            <a:r>
              <a:rPr lang="en-GB" dirty="0"/>
              <a:t>Giant Revolving Pizza Oven </a:t>
            </a:r>
            <a:r>
              <a:rPr lang="en-GB" dirty="0">
                <a:sym typeface="Wingdings" panose="05000000000000000000" pitchFamily="2" charset="2"/>
              </a:rPr>
              <a:t> I should’ve just skipped it</a:t>
            </a:r>
          </a:p>
          <a:p>
            <a:r>
              <a:rPr lang="en-GB" dirty="0">
                <a:sym typeface="Wingdings" panose="05000000000000000000" pitchFamily="2" charset="2"/>
              </a:rPr>
              <a:t>Could have studied LINQ some more</a:t>
            </a:r>
          </a:p>
          <a:p>
            <a:r>
              <a:rPr lang="en-GB" noProof="0" dirty="0">
                <a:sym typeface="Wingdings" panose="05000000000000000000" pitchFamily="2" charset="2"/>
              </a:rPr>
              <a:t>Working with code m</a:t>
            </a:r>
            <a:r>
              <a:rPr lang="en-GB" dirty="0" err="1">
                <a:sym typeface="Wingdings" panose="05000000000000000000" pitchFamily="2" charset="2"/>
              </a:rPr>
              <a:t>ade</a:t>
            </a:r>
            <a:r>
              <a:rPr lang="en-GB" dirty="0">
                <a:sym typeface="Wingdings" panose="05000000000000000000" pitchFamily="2" charset="2"/>
              </a:rPr>
              <a:t> to be frustrating can be frustrating – but also rewarding</a:t>
            </a:r>
          </a:p>
          <a:p>
            <a:r>
              <a:rPr lang="en-GB" dirty="0"/>
              <a:t>Was good to get back to a debugger – had been a while</a:t>
            </a:r>
            <a:endParaRPr lang="en-GB" dirty="0">
              <a:sym typeface="Wingdings" panose="05000000000000000000" pitchFamily="2" charset="2"/>
            </a:endParaRPr>
          </a:p>
          <a:p>
            <a:r>
              <a:rPr lang="en-GB" dirty="0"/>
              <a:t>Would’ve liked to have gotten to the database and some frontend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9D68F3D7-30E1-58F0-3504-B0FEA250A5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14314"/>
          <a:stretch>
            <a:fillRect/>
          </a:stretch>
        </p:blipFill>
        <p:spPr>
          <a:xfrm>
            <a:off x="6562166" y="3094373"/>
            <a:ext cx="5515296" cy="3713680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3C455580-13A3-6D6B-84FC-749888822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769" y="46076"/>
            <a:ext cx="4436090" cy="299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90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2F1985-FF08-A6D1-747C-F81E5CE98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Questions</a:t>
            </a:r>
            <a:br>
              <a:rPr lang="da-DK" dirty="0"/>
            </a:br>
            <a:r>
              <a:rPr lang="ja-JP" altLang="da-DK" dirty="0"/>
              <a:t>質問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3F0204D-0539-7534-091A-07925CA2D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Thank you for listening</a:t>
            </a:r>
          </a:p>
          <a:p>
            <a:r>
              <a:rPr lang="en-GB" sz="600" noProof="0" dirty="0"/>
              <a:t>(hopefully I didn’t yap too much)</a:t>
            </a:r>
          </a:p>
        </p:txBody>
      </p:sp>
    </p:spTree>
    <p:extLst>
      <p:ext uri="{BB962C8B-B14F-4D97-AF65-F5344CB8AC3E}">
        <p14:creationId xmlns:p14="http://schemas.microsoft.com/office/powerpoint/2010/main" val="225598772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469</TotalTime>
  <Words>812</Words>
  <Application>Microsoft Office PowerPoint</Application>
  <PresentationFormat>Widescreen</PresentationFormat>
  <Paragraphs>94</Paragraphs>
  <Slides>11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Impact</vt:lpstr>
      <vt:lpstr>Wingdings</vt:lpstr>
      <vt:lpstr>Badge</vt:lpstr>
      <vt:lpstr>PizzaSolution ピザソリューション</vt:lpstr>
      <vt:lpstr>Early thoughts/problems</vt:lpstr>
      <vt:lpstr>StockService</vt:lpstr>
      <vt:lpstr>PowerPoint-præsentation</vt:lpstr>
      <vt:lpstr>Morten’s advice</vt:lpstr>
      <vt:lpstr>StockService 2.0</vt:lpstr>
      <vt:lpstr>Back to the oven…</vt:lpstr>
      <vt:lpstr>PowerPoint-præsentation</vt:lpstr>
      <vt:lpstr>The ones that should work (both work as expected when debugging)</vt:lpstr>
      <vt:lpstr>Final Thoughts</vt:lpstr>
      <vt:lpstr>Questions 質問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Rebekka Pedersen</dc:creator>
  <cp:lastModifiedBy>Rebekka Pedersen</cp:lastModifiedBy>
  <cp:revision>36</cp:revision>
  <dcterms:created xsi:type="dcterms:W3CDTF">2026-03-16T09:44:43Z</dcterms:created>
  <dcterms:modified xsi:type="dcterms:W3CDTF">2026-03-27T10:55:19Z</dcterms:modified>
</cp:coreProperties>
</file>