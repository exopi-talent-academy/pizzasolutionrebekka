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872" autoAdjust="0"/>
  </p:normalViewPr>
  <p:slideViewPr>
    <p:cSldViewPr snapToGrid="0">
      <p:cViewPr varScale="1">
        <p:scale>
          <a:sx n="89" d="100"/>
          <a:sy n="89" d="100"/>
        </p:scale>
        <p:origin x="139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1AA9B0-0C32-482B-B713-D8137480A8FA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1EF5D-2231-4646-8EED-1BCCADFE16C5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14922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Initial </a:t>
            </a:r>
            <a:r>
              <a:rPr lang="da-DK" dirty="0" err="1"/>
              <a:t>thoughts</a:t>
            </a:r>
            <a:r>
              <a:rPr lang="da-DK" dirty="0"/>
              <a:t>: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I’ve</a:t>
            </a:r>
            <a:r>
              <a:rPr lang="da-DK" dirty="0"/>
              <a:t> </a:t>
            </a:r>
            <a:r>
              <a:rPr lang="da-DK" dirty="0" err="1"/>
              <a:t>worked</a:t>
            </a:r>
            <a:r>
              <a:rPr lang="da-DK" dirty="0"/>
              <a:t> on </a:t>
            </a:r>
            <a:r>
              <a:rPr lang="da-DK" dirty="0" err="1"/>
              <a:t>something</a:t>
            </a:r>
            <a:r>
              <a:rPr lang="da-DK" dirty="0"/>
              <a:t> 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similar</a:t>
            </a:r>
            <a:r>
              <a:rPr lang="da-DK" dirty="0"/>
              <a:t> </a:t>
            </a:r>
            <a:r>
              <a:rPr lang="da-DK" dirty="0" err="1"/>
              <a:t>before</a:t>
            </a:r>
            <a:endParaRPr lang="da-DK" dirty="0"/>
          </a:p>
          <a:p>
            <a:pPr marL="628650" lvl="1" indent="-171450">
              <a:buFontTx/>
              <a:buChar char="-"/>
            </a:pPr>
            <a:r>
              <a:rPr lang="da-DK" dirty="0"/>
              <a:t>Did not </a:t>
            </a:r>
            <a:r>
              <a:rPr lang="da-DK" dirty="0" err="1"/>
              <a:t>mess</a:t>
            </a:r>
            <a:r>
              <a:rPr lang="da-DK" dirty="0"/>
              <a:t> with the controllers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though</a:t>
            </a:r>
            <a:r>
              <a:rPr lang="da-DK" dirty="0"/>
              <a:t> and </a:t>
            </a:r>
            <a:r>
              <a:rPr lang="da-DK" dirty="0" err="1"/>
              <a:t>was</a:t>
            </a:r>
            <a:r>
              <a:rPr lang="da-DK" dirty="0"/>
              <a:t> </a:t>
            </a:r>
            <a:r>
              <a:rPr lang="da-DK" dirty="0" err="1"/>
              <a:t>mostly</a:t>
            </a:r>
            <a:r>
              <a:rPr lang="da-DK" dirty="0"/>
              <a:t> </a:t>
            </a:r>
            <a:r>
              <a:rPr lang="da-DK" dirty="0" err="1"/>
              <a:t>frontend</a:t>
            </a:r>
            <a:endParaRPr lang="da-DK" dirty="0"/>
          </a:p>
          <a:p>
            <a:pPr marL="171450" indent="-171450">
              <a:buFontTx/>
              <a:buChar char="-"/>
            </a:pPr>
            <a:r>
              <a:rPr lang="da-DK" dirty="0" err="1"/>
              <a:t>Used</a:t>
            </a:r>
            <a:r>
              <a:rPr lang="da-DK" dirty="0"/>
              <a:t> to the </a:t>
            </a:r>
            <a:r>
              <a:rPr lang="da-DK" dirty="0" err="1"/>
              <a:t>whole</a:t>
            </a:r>
            <a:r>
              <a:rPr lang="da-DK" dirty="0"/>
              <a:t> </a:t>
            </a:r>
            <a:r>
              <a:rPr lang="da-DK" dirty="0" err="1"/>
              <a:t>git</a:t>
            </a:r>
            <a:r>
              <a:rPr lang="da-DK" dirty="0"/>
              <a:t>-push</a:t>
            </a:r>
          </a:p>
          <a:p>
            <a:pPr marL="171450" indent="-171450">
              <a:buFontTx/>
              <a:buChar char="-"/>
            </a:pPr>
            <a:r>
              <a:rPr lang="da-DK" dirty="0" err="1"/>
              <a:t>Unsure</a:t>
            </a:r>
            <a:r>
              <a:rPr lang="da-DK" dirty="0"/>
              <a:t> </a:t>
            </a:r>
            <a:r>
              <a:rPr lang="da-DK" dirty="0" err="1"/>
              <a:t>if</a:t>
            </a:r>
            <a:r>
              <a:rPr lang="da-DK" dirty="0"/>
              <a:t> I </a:t>
            </a:r>
            <a:r>
              <a:rPr lang="da-DK" dirty="0" err="1"/>
              <a:t>would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able</a:t>
            </a:r>
            <a:r>
              <a:rPr lang="da-DK" dirty="0"/>
              <a:t> to finish</a:t>
            </a:r>
          </a:p>
          <a:p>
            <a:pPr marL="0" indent="0">
              <a:buFontTx/>
              <a:buNone/>
            </a:pPr>
            <a:endParaRPr lang="da-DK" dirty="0"/>
          </a:p>
          <a:p>
            <a:pPr marL="0" indent="0">
              <a:buFontTx/>
              <a:buNone/>
            </a:pPr>
            <a:r>
              <a:rPr lang="da-DK" dirty="0" err="1"/>
              <a:t>Skipping</a:t>
            </a:r>
            <a:r>
              <a:rPr lang="da-DK" dirty="0"/>
              <a:t> </a:t>
            </a:r>
            <a:r>
              <a:rPr lang="da-DK" dirty="0" err="1"/>
              <a:t>explanation</a:t>
            </a:r>
            <a:r>
              <a:rPr lang="da-DK" dirty="0"/>
              <a:t> of </a:t>
            </a:r>
            <a:r>
              <a:rPr lang="da-DK" dirty="0" err="1"/>
              <a:t>structure</a:t>
            </a:r>
            <a:r>
              <a:rPr lang="da-DK" dirty="0"/>
              <a:t> </a:t>
            </a:r>
            <a:r>
              <a:rPr lang="da-DK" dirty="0" err="1"/>
              <a:t>because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all </a:t>
            </a:r>
            <a:r>
              <a:rPr lang="da-DK" dirty="0" err="1"/>
              <a:t>know</a:t>
            </a:r>
            <a:r>
              <a:rPr lang="da-DK" dirty="0"/>
              <a:t> it</a:t>
            </a: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33343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Could</a:t>
            </a:r>
            <a:r>
              <a:rPr lang="da-DK" dirty="0"/>
              <a:t> have </a:t>
            </a:r>
            <a:r>
              <a:rPr lang="da-DK" dirty="0" err="1"/>
              <a:t>one</a:t>
            </a:r>
            <a:r>
              <a:rPr lang="da-DK" dirty="0"/>
              <a:t> for </a:t>
            </a:r>
            <a:r>
              <a:rPr lang="da-DK" dirty="0" err="1"/>
              <a:t>HasInsufficientStock</a:t>
            </a:r>
            <a:r>
              <a:rPr lang="da-DK" dirty="0"/>
              <a:t> in </a:t>
            </a:r>
            <a:r>
              <a:rPr lang="da-DK" dirty="0" err="1"/>
              <a:t>StockService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1EF5D-2231-4646-8EED-1BCCADFE16C5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78589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07234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4390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fsnitsoversk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533012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0616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348453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1740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7116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339209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a-DK"/>
              <a:t>Klik på ikonet for at tilføje et billede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35148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07778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51959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a-DK"/>
              <a:t>Klik for at redigere titeltypografien i masteren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F2C61E5-4FB9-4B7B-BFC7-89973F7231D0}" type="datetimeFigureOut">
              <a:rPr lang="da-DK" smtClean="0"/>
              <a:t>20-03-2026</a:t>
            </a:fld>
            <a:endParaRPr lang="da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AD261232-67BA-4014-8C42-A66C16385292}" type="slidenum">
              <a:rPr lang="da-DK" smtClean="0"/>
              <a:t>‹nr.›</a:t>
            </a:fld>
            <a:endParaRPr lang="da-DK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36770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BDBDC-69D3-D592-C6B1-F1C0D3982A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PizzaSolution</a:t>
            </a:r>
            <a:endParaRPr lang="da-DK" dirty="0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0BFA8CEC-1EFB-0FAD-EEE1-A876EACA46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/>
              <a:t>By: Rebekka</a:t>
            </a:r>
          </a:p>
        </p:txBody>
      </p:sp>
    </p:spTree>
    <p:extLst>
      <p:ext uri="{BB962C8B-B14F-4D97-AF65-F5344CB8AC3E}">
        <p14:creationId xmlns:p14="http://schemas.microsoft.com/office/powerpoint/2010/main" val="1720619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CB5EE-A6BA-6519-A2B8-D793539A6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Early problems</a:t>
            </a:r>
            <a:r>
              <a:rPr lang="en-US" noProof="0" dirty="0"/>
              <a:t>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738F314-DFC6-7D85-B367-E103C5AA59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1364762"/>
            <a:ext cx="4800600" cy="4540738"/>
          </a:xfrm>
        </p:spPr>
        <p:txBody>
          <a:bodyPr/>
          <a:lstStyle/>
          <a:p>
            <a:r>
              <a:rPr lang="en-DK" noProof="0" dirty="0"/>
              <a:t>Not used to Visual Studio</a:t>
            </a:r>
            <a:endParaRPr lang="en-US" noProof="0" dirty="0"/>
          </a:p>
          <a:p>
            <a:r>
              <a:rPr lang="en-US" dirty="0"/>
              <a:t>Relationship between order, recipe and stock was confusing</a:t>
            </a:r>
            <a:endParaRPr lang="en-US" noProof="0" dirty="0"/>
          </a:p>
          <a:p>
            <a:r>
              <a:rPr lang="en-US" dirty="0"/>
              <a:t>Getting used to </a:t>
            </a:r>
            <a:r>
              <a:rPr lang="en-US" dirty="0" err="1"/>
              <a:t>MSTest</a:t>
            </a:r>
            <a:r>
              <a:rPr lang="en-US" dirty="0"/>
              <a:t> and mocks</a:t>
            </a:r>
          </a:p>
          <a:p>
            <a:r>
              <a:rPr lang="en-US" noProof="0" dirty="0"/>
              <a:t>Codebase lacking in</a:t>
            </a:r>
            <a:r>
              <a:rPr lang="en-US" dirty="0"/>
              <a:t> code comments, so I wanted to make sure I made them for my new code</a:t>
            </a:r>
          </a:p>
          <a:p>
            <a:r>
              <a:rPr lang="en-US" noProof="0" dirty="0"/>
              <a:t>Throwing exceptions for the controller to handle – is that ideal?</a:t>
            </a:r>
            <a:endParaRPr lang="en-DK" noProof="0" dirty="0"/>
          </a:p>
        </p:txBody>
      </p:sp>
      <p:pic>
        <p:nvPicPr>
          <p:cNvPr id="5" name="Pladsholder til indhold 4">
            <a:extLst>
              <a:ext uri="{FF2B5EF4-FFF2-40B4-BE49-F238E27FC236}">
                <a16:creationId xmlns:a16="http://schemas.microsoft.com/office/drawing/2014/main" id="{4406BD38-5480-5E1C-C2D9-43612BB8CEB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250655" y="1364762"/>
            <a:ext cx="3833140" cy="51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819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9E8E1-E657-E332-2B9A-1809FC746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Morten’s advice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2F9B0A4-6473-B666-2C27-1C3A4D0EB4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B75FDCF1-01E1-9778-7CD1-8816D1822B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86695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D6FD49-2DB9-5A7C-B33A-EB8FD60B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Later problems/thoughts</a:t>
            </a:r>
            <a:endParaRPr lang="en-DK" noProof="0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C1823F3-3FB9-49C5-B880-461F2701AD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7C8E8B0-70D6-0E5E-F1F3-83A2F00EB82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82066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DFDA2-DBC4-31F5-4D86-13F3D8C2D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Interesting code bits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139D2AC-9FBF-E54A-C1EF-C5B61B0849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F9C84B06-3C3A-A31C-FA40-47A33CAEEC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97318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26AEE8-C798-4136-E025-F1A260436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noProof="0" dirty="0"/>
              <a:t>Final Thoughts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26D3CD8-F4EE-27A8-6FFC-51B30ACA61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DK" noProof="0" dirty="0"/>
              <a:t>Think it’s been pretty good overall</a:t>
            </a:r>
          </a:p>
          <a:p>
            <a:r>
              <a:rPr lang="en-DK" noProof="0" dirty="0"/>
              <a:t>Wished I could go back and improve the bits I know aren’t ideal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C2531A8-AFD4-C0F8-51BC-68177D2CD8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27090686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TM10001106[[fn=Badge]]</Template>
  <TotalTime>30</TotalTime>
  <Words>142</Words>
  <Application>Microsoft Office PowerPoint</Application>
  <PresentationFormat>Widescreen</PresentationFormat>
  <Paragraphs>24</Paragraphs>
  <Slides>6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6</vt:i4>
      </vt:variant>
    </vt:vector>
  </HeadingPairs>
  <TitlesOfParts>
    <vt:vector size="11" baseType="lpstr">
      <vt:lpstr>Arial</vt:lpstr>
      <vt:lpstr>Calibri</vt:lpstr>
      <vt:lpstr>Gill Sans MT</vt:lpstr>
      <vt:lpstr>Impact</vt:lpstr>
      <vt:lpstr>Badge</vt:lpstr>
      <vt:lpstr>PizzaSolution</vt:lpstr>
      <vt:lpstr>Early problems/thoughts</vt:lpstr>
      <vt:lpstr>Morten’s advice</vt:lpstr>
      <vt:lpstr>Later problems/thoughts</vt:lpstr>
      <vt:lpstr>Interesting code bits</vt:lpstr>
      <vt:lpstr>Final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Rebekka Pedersen</dc:creator>
  <cp:lastModifiedBy>Rebekka Pedersen</cp:lastModifiedBy>
  <cp:revision>4</cp:revision>
  <dcterms:created xsi:type="dcterms:W3CDTF">2026-03-16T09:44:43Z</dcterms:created>
  <dcterms:modified xsi:type="dcterms:W3CDTF">2026-03-20T09:34:39Z</dcterms:modified>
</cp:coreProperties>
</file>